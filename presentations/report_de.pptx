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QD=1</c:v>
                </c:pt>
              </c:strCache>
            </c:strRef>
          </c:tx>
          <c:spPr>
            <a:solidFill>
              <a:srgbClr val="0969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NVMe</c:v>
                  </c:pt>
                  <c:pt idx="1">
                    <c:v>SATA SSD</c:v>
                  </c:pt>
                  <c:pt idx="2">
                    <c:v>HDD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21370</c:v>
                </c:pt>
                <c:pt idx="1">
                  <c:v>10000</c:v>
                </c:pt>
                <c:pt idx="2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QD=32</c:v>
                </c:pt>
              </c:strCache>
            </c:strRef>
          </c:tx>
          <c:spPr>
            <a:solidFill>
              <a:srgbClr val="1A7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NVMe</c:v>
                  </c:pt>
                  <c:pt idx="1">
                    <c:v>SATA SSD</c:v>
                  </c:pt>
                  <c:pt idx="2">
                    <c:v>HDD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583901</c:v>
                </c:pt>
                <c:pt idx="1">
                  <c:v>98000</c:v>
                </c:pt>
                <c:pt idx="2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D7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56D7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6F8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选题 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96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存储层次性能实测 — d) &amp; 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SSD vs HDD 随机 4K 性能对比 · 延迟分布分析 · 跨硬件配置对比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AMD Ryzen 7 9700X  |  96GB DDR5  |  Samsung 990 PRO 2TB NVMe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实验环境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AMD Ryzen 7 9700X (Zen 5, 8C/16T, 最高 5.58GHz)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96GB DDR5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系统盘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Samsung 990 PRO 2TB (PCIe 4.0 x4 NVMe)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操作系统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Ubuntu 22.04 (Linux 6.8.0-111-generic)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文件系统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ext4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测试工具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fio v3.28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定位：高端桌面 / 工作站级别，代表 2024 年消费级存储性能上限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测试方法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fio --ioengine=libaio --direct=1 --bs=4k --rw=randread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--iodepth={1,32} --size=1G --runtime=30 --time_based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关键参数说明：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块大小        4KB（模拟数据库/文件系统元数据访问模式）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I/O 深度      QD=1 (单线程同步) / QD=32 (高并发异步)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引擎          libaio (Linux 异步 I/O)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直接 I/O      O_DIRECT，绕过页缓存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测试模式      randread / randwrite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测试时长      30 秒 (time_based)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本机实测结果 — Samsung 990 PRO 2TB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201168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QD=32 /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27.3x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70,232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458,704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6.5x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83.5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2,280.9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27.3x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274.3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1,791.8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6.5x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读延迟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随机 4K 写延迟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12.9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67.8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写延迟 (12.9μs) 远低于读延迟 (45.7μs) — 990 PRO 的 SLC 缓存写入极快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延迟百分位分布（实测）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737360"/>
                <a:gridCol w="173736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百分位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4K读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4K读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4K写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4K写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46.3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51.5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13.0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68.1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P99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48.9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84.5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14.1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81.4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P99.9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122.4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17.3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138.2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结论：延迟极度集中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随机 4K 读 QD=1：95% 请求落在 38-47 μs 极窄区间（P1=37.6μs, P95=47.4μs）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 仅 64.3 μs，尾延迟控制极佳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极少数离群点 ~218 μs (P99.99)，由 GC / FTL 缓存未命中导致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三类存储随机 4K 读性能对比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1371600"/>
                <a:gridCol w="1554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(QD=1)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(QD=32)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延迟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来源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990 PRO (NVMe)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fio 实测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860 EVO (SATA)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Samsung DS [1]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Barracuda (HDD 7200)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~79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~12.7 ms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Seagate DS [2]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57200" y="2926080"/>
          <a:ext cx="82296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性能差距总结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vs HDD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508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270x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508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3,900x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23160"/>
            <a:ext cx="54864" cy="1051560"/>
          </a:xfrm>
          <a:prstGeom prst="rect">
            <a:avLst/>
          </a:prstGeom>
          <a:solidFill>
            <a:srgbClr val="9A67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vs SATA SSD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2.1x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6.0x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657600"/>
            <a:ext cx="54864" cy="105156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SATA SSD vs HDD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3977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127x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008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QD=32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977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650x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在高队列深度下优势呈指数级放大 — 协议层多队列并行的本质差异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延迟分布特征对比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SSD — 极窄单峰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主峰: 38-47 μs (95%请求)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P99: 48.9 μs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P99.9: 64.3 μs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P99.99: ~218 μs (GC尾延迟)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分布特征: 单峰、极窄、尾延迟收敛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HDD — 宽峰长尾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主峰: 4-8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长尾: 延伸至 20-50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寻道时间: 平均 4-8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旋转等待: 平均 4.17 ms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分布特征: 宽峰、明显长尾、双物理过程叠加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NVMe 延迟比 HDD 低 2-3 个数量级，且分布宽度差异更为悬殊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SSD 是否真的"没有寻道时间"？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FTL 地址翻译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逻辑地址 → 物理 NAND 页地址映射查找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通常缓存在 SSD DRAM 中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1417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~1-5 μs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77440"/>
            <a:ext cx="54864" cy="1005840"/>
          </a:xfrm>
          <a:prstGeom prst="rect">
            <a:avLst/>
          </a:prstGeom>
          <a:solidFill>
            <a:srgbClr val="9A670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页读取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从闪存芯片读出数据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TLC: 50-75 μs / QLC: 100-150 μs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50-150 μs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通道/芯片竞争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977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多个请求竞争同一 NAND die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产生排队延迟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6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结论：SSD 无机械寻道，但存在电子“逻辑寻道”开销 — 比 HDD 快 2-3 个数量级，但非零延迟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不同硬件配置对比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463040"/>
                <a:gridCol w="164592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QD=1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IOPS QD=32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延迟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本机 (桌面)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990 PRO NVMe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21,370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583,901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45.7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笔记本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SN770 NVMe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740,000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服务器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Optane P5800X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1,500,000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&lt;6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旧笔记本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860 EVO SATA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98,000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~100 μs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台式机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Barracuda HDD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~79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~150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~12.7 ms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6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Optane (3D XPoint) 延迟仅 6μs — 比 NAND 快一个数量级，接近 DRAM 级别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数据来源：本机 fio 实测 + Samsung/Seagate/WD/Intel 官方 Datasheet &amp; Product Brief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SATA SSD vs NVMe SSD 关键差异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SATA SSD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NVMe SSD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接口协议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AHCI (单队列, 深度32)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NVMe (64K队列, 每队列64K深度)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带宽上限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~600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PCIe 4.0 x4: ~7,000 MB/s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4K读 QD=1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~10,000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~20,000+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4K读 QD=32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~98,000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~580,000-1,000,000 IOPS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扩展性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受限于单队列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多队列并行，线性扩展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典型场景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旧平台升级、预算方案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主流新装机、高性能需求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6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核心结论：NVMe 在高 QD 场景优势最显著 — 协议层多队列并行的本质差异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DDR4 vs DDR5 对存储子系统的影响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DDR4-3200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DDR5-5600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内存带宽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~50 GB/s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~85 GB/s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内存延迟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~80 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~90 ns (CL略高)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对 NVMe 影响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页缓存走内存通道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更高带宽利于大文件缓存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对 FTL 影响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映射表在 SSD DRAM 中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56D7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与主机内存无关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3832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关键结论：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DDR5 首字延迟略高于 DDR4（CAS latency 绝对时间更长）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带宽优势在大块顺序访问场景下显著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对随机 4K 小 IO 场景，主机内存代际差异影响有限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瓶颈在 NAND 本身，而非主机内存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各配置特点总结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621792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笔记本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18872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单盘 NVMe，受散热限制可能降速，512GB-1TB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47088"/>
            <a:ext cx="54864" cy="621792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3852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台式机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193852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多盘组合 (NVMe + HDD)，散热好，持续性能稳定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96896"/>
            <a:ext cx="54864" cy="621792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8833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2688336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 SSD，高耐久度，Optane 缓存层，RAID 阵列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346704"/>
            <a:ext cx="54864" cy="621792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3814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DDR4 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438144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3.0 为主，NVMe 带宽上限 ~3.5 GB/s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8229600" cy="621792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096512"/>
            <a:ext cx="54864" cy="621792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879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DDR5 平台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77440" y="4187952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4.0/5.0，NVMe 带宽 7-14 GB/s，CPU 缓存更大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NVMe vs HDD 性能差距达 2-3 个数量级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随机 4K 读：270x (QD=1) ~ 3,900x (QD=32)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NVMe 延迟分布极度集中（单峰），HDD 呈明显长尾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990 PRO: 95%请求在 38-47μs；HDD: 4-50ms 宽分布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SSD 无机械寻道，但存在电子逻辑寻道开销（FTL + NAND读取）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NVMe 高 QD 优势来自协议层多队列并行（vs AHCI 单队列）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Optane 延迟 ~6μs，接近 DRAM 级别，代表存储层次的未来方向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251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数据来源：本机 fio 实测 + Samsung/Seagate/WD/Intel 官方 Datasheet &amp; Product Brief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选题3 - 存储层次性能实测</dc:title>
  <dc:subject>PptxGenJS Presentation</dc:subject>
  <dc:creator>nanfeng</dc:creator>
  <cp:lastModifiedBy>nanfeng</cp:lastModifiedBy>
  <cp:revision>1</cp:revision>
  <dcterms:created xsi:type="dcterms:W3CDTF">2026-05-14T03:52:02Z</dcterms:created>
  <dcterms:modified xsi:type="dcterms:W3CDTF">2026-05-14T03:52:02Z</dcterms:modified>
</cp:coreProperties>
</file>