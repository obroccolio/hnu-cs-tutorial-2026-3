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11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QD=1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21370</c:v>
                </c:pt>
                <c:pt idx="1">
                  <c:v>10000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9-40EB-B633-74CBD2E6AD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QD=32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583901</c:v>
                </c:pt>
                <c:pt idx="1">
                  <c:v>98000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A9-40EB-B633-74CBD2E6A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84EF9-6E2C-4012-8AF8-BFAD32B70E7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1873-D9C9-43D2-85E9-0B8A8EC5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4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3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1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5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29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2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9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6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6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39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31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4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7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328"/>
                </a:solidFill>
                <a:latin typeface="Arial"/>
              </a:rPr>
              <a:t>选题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969DA"/>
                </a:solidFill>
                <a:latin typeface="Arial"/>
              </a:rPr>
              <a:t>存储层次性能实测 — c) d) 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工作集扫描 · Cache 边界识别 · SSD/HDD 随机 4K · 跨硬件配置对比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Courier New"/>
              </a:rPr>
              <a:t>Intel i9-13900HX / VMware Ubuntu  |  AMD Ryzen 7 9700X / Samsung 990 PRO  |  统一报告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实验环境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项目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虚拟机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宿主机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系统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Ubuntu 64 位 / VMware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Windows 11 家庭中文版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 个 vCPU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Intel Core i9-13900HX，24 核 / 32 线程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内存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15.75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Cache 记录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L1d 48KB / L2 2MB / L3 36MB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L3 36MB，Windows 汇总 L2 32MB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定位：虚拟机用于观察缓存边界与调度影响；宿主机用于提供裸机级参考基线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测试方法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328"/>
                </a:solidFill>
                <a:latin typeface="Courier New"/>
              </a:rPr>
              <a:t>gcc -O2 -Wall -Wextra -std=gnu11 wss_scan.c -o wss_scan
./wss_scan
taskset -c 0 ./wss_scan    # 固定到 vCPU0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8229600" cy="11430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7827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1F2328"/>
                </a:solidFill>
                <a:latin typeface="Courier New"/>
              </a:rPr>
              <a:t>工作集大小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4KB, 8KB, 16KB, ... , 512MB, 1GB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访问模式</a:t>
            </a:r>
            <a:r>
              <a:rPr sz="1300" b="0">
                <a:solidFill>
                  <a:srgbClr val="1F2328"/>
                </a:solidFill>
                <a:latin typeface="Courier New"/>
              </a:rPr>
              <a:t>: p = *(void **)p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统计方式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每个大小重复测量，取中位数作为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 Avg Access(ns)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关键点：随机 pointer chasing 让下一次访问地址依赖当前读出的指针，尽量避免硬件预取器提前加载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为什么不直接使用 lscpu 的 Cache 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lscpu:
L1d cache: 96 KiB
L1i cache: 64 KiB
L2 cache : 4 MiB
L3 cache : 72 MiB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17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cpu0/cache:
index0: 48K     L1d
index1: 32K     L1i
index2: 2048K   L2
index3: 36864K  L3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999232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采用 cpu0/cache 作为主边界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本程序主要是单线程随机访问，更接近单个逻辑 CPU 视角。lscpu 的 96KB / 4MB / 72MB 很可能是 2 个 vCPU 的汇总值。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因此：环境记录保留 lscpu，曲线边界判断采用 L1d=48KB、L2=2MB、L3=36MB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边界线选择对结果解释的影响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lscpu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true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右图使用 cpu0/cache 边界后，64KB 与 2MB 附近的转折解释更自然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工作集扫描结果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tru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45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结论：64KB 附近离开 L1d 低延迟区；2MB 后继续升高；几十 MB 后逐步进入主内存访问区域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扩展一：虚拟机与宿主机对比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64KB 随机访问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17.68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5.7x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54864" cy="713232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2MB 随机访问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40.56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1GB 随机访问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7382" y="3273552"/>
            <a:ext cx="17318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273552"/>
            <a:ext cx="17373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虚拟机绝对延迟更高，但趋势仍然能够反映缓存层级变化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顺序访问 vs 随机访问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hos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v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顺序访问被硬件预取器优化，曲线更平；随机访问更能暴露 Cache 层级台阶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关键数据摘录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0.97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3.12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7.32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17.68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6.50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6.16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40.56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2.18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54.48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8.74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203.46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110.94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11.22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321.89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随机访问在 64KB、2MB、十几 MB 后台阶明显；虚拟机在大工作集下延迟被进一步放大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虚拟机延迟偏高的原因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vCPU 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虚拟机只有 2 个 vCPU，实验线程由宿主机调度，可能暂停、迁移或被抢占。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051560"/>
            <a:ext cx="54864" cy="91440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83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Cache 不独占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56D76"/>
                </a:solidFill>
                <a:latin typeface="Arial"/>
              </a:rPr>
              <a:t>L3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是共享资源，虚拟机无法独占宿主机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L3，与其他进程互相干扰。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内存虚拟化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虚拟地址到宿主机物理地址存在额外映射，随机访问会放大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TLB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和页表开销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331720"/>
            <a:ext cx="54864" cy="914400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后台负载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Windows、VMware、图形界面和安全服务都会影响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与内存带宽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所以：虚拟机实验重点看趋势和拐点，不直接把绝对 ns 值当作裸机性能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扩展二：固定 CPU 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868" y="1188720"/>
            <a:ext cx="3931920" cy="10515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732" y="1270337"/>
            <a:ext cx="3529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1F2328"/>
                </a:solidFill>
                <a:latin typeface="Courier New"/>
              </a:rPr>
              <a:t>普通运行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lang="en-US" sz="1200" dirty="0">
              <a:solidFill>
                <a:srgbClr val="1F2328"/>
              </a:solidFill>
              <a:latin typeface="Courier New"/>
            </a:endParaRPr>
          </a:p>
          <a:p>
            <a:r>
              <a:rPr sz="1200" b="0" dirty="0">
                <a:solidFill>
                  <a:srgbClr val="1F2328"/>
                </a:solidFill>
                <a:latin typeface="Courier New"/>
              </a:rPr>
              <a:t>
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固定核心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taskset -c 0 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sz="1200" b="0" dirty="0">
              <a:solidFill>
                <a:srgbClr val="1F2328"/>
              </a:solidFill>
              <a:latin typeface="Courier New"/>
            </a:endParaRPr>
          </a:p>
        </p:txBody>
      </p:sp>
      <p:pic>
        <p:nvPicPr>
          <p:cNvPr id="6" name="Picture 5" descr="ppt_vm_pin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5351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减少线程在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vCPU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之间迁移，降低调度带来的测量抖动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931920" cy="858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3611880"/>
            <a:ext cx="45719" cy="85852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F2328"/>
                </a:solidFill>
                <a:latin typeface="Arial"/>
              </a:rPr>
              <a:t>1GB </a:t>
            </a:r>
            <a:r>
              <a:rPr sz="1300" b="1" dirty="0" err="1">
                <a:solidFill>
                  <a:srgbClr val="1F2328"/>
                </a:solidFill>
                <a:latin typeface="Arial"/>
              </a:rPr>
              <a:t>结果</a:t>
            </a:r>
            <a:endParaRPr sz="13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050791"/>
            <a:ext cx="3520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普通 367.73 ns → 固定 318.95 ns，下降约 13.3%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CA331CE-DFC2-A136-F5B4-2A6347DDC202}"/>
              </a:ext>
            </a:extLst>
          </p:cNvPr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固定核心运行效果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普通运行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固定核心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变化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28.48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33.0%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121.64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97.00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20.3%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254.28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236.53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7.0%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319.39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273.03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14.5%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367.73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318.95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13.3%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固定核心后多数工作集延迟降低，说明 vCPU 迁移和调度确实会影响测量。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16MB 附近差异很小，说明固定核心不能消除所有虚拟化开销。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实验判断总结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Cache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53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54864" cy="713232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访问模式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Seq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平滑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台阶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虚拟化影响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 1GB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6618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 1GB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979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关键判断：随机 pointer chasing 更适合本题；虚拟机结果可看趋势，不宜看作裸机绝对性能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1. 本实验采用 /sys/.../cpu0/cache 作为主边界：L1d=48KB、L2=2MB、L3=36MB。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2. 顺序访问受硬件预取器优化，延迟低且曲线平滑；随机访问更容易看见缓存层级台阶。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3. 虚拟机随机访问延迟明显高于宿主机，大工作集下差异最明显。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4. 固定 CPU 核心后多数工作集延迟下降，1GB 工作集下降约 13.3%。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5. 虚拟机中可以观察容量边界，但报告中应重点分析趋势和转折点。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315968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Arial"/>
              </a:rPr>
              <a:t>数据来源：Ubuntu 虚拟机实测 + Windows 宿主机实测 + /sys/devices/system/cpu/cpu0/cache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AMD Ryzen 7 9700X (Zen 5, 8C/16T, 最高 5.58GHz)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96GB DDR5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990 PRO 2TB (PCIe 4.0 x4 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操作系统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Ubuntu 22.04 (Linux 6.8.0-111-generic)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文件系统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测试工具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v3.28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定位：高端桌面 / 工作站级别，代表 2024 年消费级存储性能上限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8501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测试方法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 --ioengine=libaio --direct=1 --bs=4k --rw=randread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--iodepth={1,32} --size=1G --runtime=30 --time_based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关键参数说明：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块大小        4KB（模拟数据库/文件系统元数据访问模式）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深度      QD=1 (单线程同步) / QD=32 (高并发异步)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          libaio (Linux 异步 I/O)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I/O      O_DIRECT，绕过页缓存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测试模式      randread / randwrite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测试时长      30 秒 (time_based)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256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本机实测结果 — Samsung 990 PRO 2TB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 /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70,232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458,704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83.5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2,280.9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274.3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1,791.8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67.8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写延迟 (12.9μs) 远低于读延迟 (45.7μs) — 990 PRO 的 SLC 缓存写入极快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279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延迟百分位分布（实测）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百分位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P99.9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138.2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结论：延迟极度集中</a:t>
            </a:r>
            <a:endParaRPr lang="en-US" sz="1600" dirty="0"/>
          </a:p>
        </p:txBody>
      </p:sp>
      <p:sp>
        <p:nvSpPr>
          <p:cNvPr id="4" name="Text 3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随机 4K 读 QD=1：95% 请求落在 38-47 μs 极窄区间（P1=37.6μs, P95=47.4μs）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 仅 64.3 μs，尾延迟控制极佳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极少数离群点 ~218 μs (P99.99)，由 GC / FTL 缓存未命中导致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5954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三类存储随机 4K 读性能对比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(QD=32)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(NVMe)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实测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(SATA)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DS [1]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(HDD 7200)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Seagate DS 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2926080"/>
          <a:ext cx="8229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8226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性能差距总结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HDD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3,900x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SATA SSD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HDD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在高队列深度下优势呈指数级放大 — 协议层多队列并行的本质差异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3930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延迟分布特征对比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— 极窄单峰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38-47 μs (95%请求)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P99: 48.9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P99.9: 64.3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P99.99: ~218 μs (GC尾延迟)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单峰、极窄、尾延迟收敛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— 宽峰长尾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长尾: 延伸至 20-50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寻道时间: 平均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旋转等待: 平均 4.17 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宽峰、明显长尾、双物理过程叠加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延迟比 HDD 低 2-3 个数量级，且分布宽度差异更为悬殊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67403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SSD 是否真的"没有寻道时间"？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FTL 地址翻译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逻辑地址 → 物理 NAND 页地址映射查找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通常缓存在 SSD DRAM 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~1-5 μs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页读取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从闪存芯片读出数据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TLC: 50-75 μs / QLC: 100-150 μs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50-150 μs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通道/芯片竞争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多个请求竞争同一 NAND die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产生排队延迟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结论：SSD 无机械寻道，但存在电子“逻辑寻道”开销 — 比 HDD 快 2-3 个数量级，但非零延迟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9982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不同硬件配置对比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77240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本机 (桌面)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SN770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服务器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Optane P5800X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SATA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台式机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HDD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Optane (3D XPoint) 延迟仅 6μs — 比 NAND 快一个数量级，接近 DRAM 级别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4160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SATA SSD vs NVMe SSD 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SATA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NVMe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接口协议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AHCI (单队列, 深度32)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NVMe (64K队列, 每队列64K深度)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带宽上限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PCIe 4.0 x4: ~7,000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~20,000+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~98,000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~580,000-1,000,000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扩展性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受限于单队列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多队列并行，线性扩展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典型场景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旧平台升级、预算方案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主流新装机、高性能需求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核心结论：NVMe 在高 QD 场景优势最显著 — 协议层多队列并行的本质差异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8460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DDR4 vs DDR5 对存储子系统的影响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DDR4-3200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DDR5-5600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~85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 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 ns (CL略高)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NVMe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页缓存走内存通道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更高带宽利于大文件缓存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FTL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映射表在 SSD DRAM 中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与主机内存无关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DDR5 首字延迟略高于 DDR4（CAS latency 绝对时间更长）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带宽优势在大块顺序访问场景下显著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对随机 4K 小 IO 场景，主机内存代际差异影响有限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瓶颈在 NAND 本身，而非主机内存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9689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各配置特点总结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2179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单盘 NVMe，受散热限制可能降速，512GB-1TB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938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多盘组合 (NVMe + HDD)，散热好，持续性能稳定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6883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68833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SSD，高耐久度，Optane 缓存层，RAID 阵列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54864" cy="621792"/>
          </a:xfrm>
          <a:prstGeom prst="rect">
            <a:avLst/>
          </a:prstGeom>
          <a:solidFill>
            <a:srgbClr val="656D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4381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3.0 为主，NVMe 带宽上限 ~3.5 GB/s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 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1879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4.0/5.0，NVMe 带宽 7-14 GB/s，CPU 缓存更大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5830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NVMe vs HDD 性能差距达 2-3 个数量级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 4K 读：270x (QD=1) ~ 3,900x (QD=32)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NVMe 延迟分布极度集中（单峰），HDD 呈明显长尾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990 PRO: 95%请求在 38-47μs；HDD: 4-50ms 宽分布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SSD 无机械寻道，但存在电子逻辑寻道开销（FTL + NAND读取）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NVMe 高 QD 优势来自协议层多队列并行（vs AHCI 单队列）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Optane 延迟 ~6μs，接近 DRAM 级别，代表存储层次的未来方向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731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1708</Words>
  <Application>Microsoft Office PowerPoint</Application>
  <PresentationFormat>全屏显示(16:9)</PresentationFormat>
  <Paragraphs>432</Paragraphs>
  <Slides>27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Arial</vt:lpstr>
      <vt:lpstr>Calibri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1 1</cp:lastModifiedBy>
  <cp:revision>3</cp:revision>
  <dcterms:created xsi:type="dcterms:W3CDTF">2013-01-27T09:14:16Z</dcterms:created>
  <dcterms:modified xsi:type="dcterms:W3CDTF">2026-05-18T13:53:48Z</dcterms:modified>
  <cp:category/>
</cp:coreProperties>
</file>